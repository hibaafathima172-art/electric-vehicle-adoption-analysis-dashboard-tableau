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Electric Vehicle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Tableau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 vehicles are gaining popularity due to environmental concerns.</a:t>
            </a:r>
          </a:p>
          <a:p>
            <a:r>
              <a:t>Data visualization helps analyze vehicle trends.</a:t>
            </a:r>
          </a:p>
          <a:p>
            <a:r>
              <a:t>This project uses Tableau to analyze EV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analyzes EV adoption patterns.</a:t>
            </a:r>
          </a:p>
          <a:p>
            <a:r>
              <a:t>Includes vehicle types, manufacturers, and geographic distribution.</a:t>
            </a:r>
          </a:p>
          <a:p>
            <a:r>
              <a:t>Provides insights using visual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EV adoption trends.</a:t>
            </a:r>
          </a:p>
          <a:p>
            <a:r>
              <a:t>Analyze vehicle types and technology performance.</a:t>
            </a:r>
          </a:p>
          <a:p>
            <a:r>
              <a:t>Identify top manufacturers and regions.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need insights into EV growth.</a:t>
            </a:r>
          </a:p>
          <a:p>
            <a:r>
              <a:t>Understanding distribution helps planning.</a:t>
            </a:r>
          </a:p>
          <a:p>
            <a:r>
              <a:t>Visualization simplifies complex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vehicle make, model, year, and range.</a:t>
            </a:r>
          </a:p>
          <a:p>
            <a:r>
              <a:t>Includes vehicle type and state information.</a:t>
            </a:r>
          </a:p>
          <a:p>
            <a:r>
              <a:t>Used for descriptive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total number of electric vehicles.</a:t>
            </a:r>
          </a:p>
          <a:p>
            <a:r>
              <a:t>Represents overall adoption.</a:t>
            </a:r>
          </a:p>
          <a:p>
            <a:r>
              <a:t>Calculated using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BEV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Counts battery electric vehicles.</a:t>
            </a:r>
          </a:p>
          <a:p>
            <a:r>
              <a:t>Indicates full electric adoption.</a:t>
            </a:r>
          </a:p>
          <a:p>
            <a:r>
              <a:t>Shows shift toward clean energy.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Total PHEV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Counts hybrid electric vehicles.</a:t>
            </a:r>
          </a:p>
          <a:p>
            <a:r>
              <a:t>Represents transitional technology.</a:t>
            </a:r>
          </a:p>
          <a:p>
            <a:r>
              <a:t>Helps compare vehicle 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- Average Electric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average driving distance on battery.</a:t>
            </a:r>
          </a:p>
          <a:p>
            <a:r>
              <a:t>Indicates battery performance.</a:t>
            </a:r>
          </a:p>
          <a:p>
            <a:r>
              <a:t>Calculated using average formula.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- Vehicles by Model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 showing growth over time.</a:t>
            </a:r>
          </a:p>
          <a:p>
            <a:r>
              <a:t>Used for trend analysis.</a:t>
            </a:r>
          </a:p>
          <a:p>
            <a:r>
              <a:t>Helps identify adoption increase.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- Vehicles by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showing geographic distribution.</a:t>
            </a:r>
          </a:p>
          <a:p>
            <a:r>
              <a:t>Identifies high adoption regions.</a:t>
            </a:r>
          </a:p>
          <a:p>
            <a:r>
              <a:t>Supports regional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- Top 10 Vehicles by Make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 ranking manufacturers.</a:t>
            </a:r>
          </a:p>
          <a:p>
            <a:r>
              <a:t>Identifies market leaders.</a:t>
            </a:r>
          </a:p>
          <a:p>
            <a:r>
              <a:t>Used for comparison.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- CAFV 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Pie chart showing eligibility proportion.</a:t>
            </a:r>
          </a:p>
          <a:p>
            <a:r>
              <a:t>Measures environmental compliance.</a:t>
            </a:r>
          </a:p>
          <a:p>
            <a:r>
              <a:t>Shows policy impact.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Filters restrict data based on conditions.</a:t>
            </a:r>
          </a:p>
          <a:p>
            <a:r>
              <a:t>Examples: State, Year, Vehicle Type.</a:t>
            </a:r>
          </a:p>
          <a:p>
            <a:r>
              <a:t>Improve analysis focus.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Parameters allow user-defined input.</a:t>
            </a:r>
          </a:p>
          <a:p>
            <a:r>
              <a:t>Control calculations and visualization behavior.</a:t>
            </a:r>
          </a:p>
          <a:p>
            <a:r>
              <a:t>Make dashboards interactive.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insights into EV adoption.</a:t>
            </a:r>
          </a:p>
          <a:p>
            <a:r>
              <a:t>Visualizations help decision-making.</a:t>
            </a:r>
          </a:p>
          <a:p>
            <a:r>
              <a:t>Analysis supports understanding of trends.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predictive analytics using machine learning.</a:t>
            </a:r>
          </a:p>
          <a:p>
            <a:r>
              <a:t>Integrate real-time data sources.</a:t>
            </a:r>
          </a:p>
          <a:p>
            <a:r>
              <a:t>Expand analysis with infrastructure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